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3DECE-6CB0-CB8E-7676-01C197EEB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4E8AD4F-1078-09D2-8D42-5FDB74C2A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EB2E58E-D0A6-A4DF-90D7-A5D89D96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1CA8A0A-B1DE-6D49-6E1F-F440709E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011B0D5-7843-C10D-2345-9D9B2E8AD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581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A47E6-E60E-733C-576C-54B0164E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045443-0D99-B207-75E5-1D78FE420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B3D4CA9-036E-4BCD-72C8-2FF9C880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E66A5B-E31C-58D3-2574-34D98F8E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2EB77BD-E4E7-D2EA-FB3D-DBC9BE5F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43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8458E6-056C-8631-F391-0D38B8B5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2C275D3-191F-D067-4B57-99DF2D8EB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15CCEC4-5E01-4FE2-49D0-F8FF3EF8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5436743-C485-5BB0-302A-159350C2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B1409EC-88BE-AD43-03DD-FE9B1F0E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3391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634F4-C0C4-9A25-6201-4AD35CEE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D8C6FF-D259-CFFE-B3A3-1AD371511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5F05E33-2798-7513-26F8-1EE107606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2A88CC5-0214-A5E8-BCCF-FBA656C5C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B1B3EDC-F0EC-3EB1-375A-60864544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8336856-7333-BE81-B227-68ABBA61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2327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84BE7-E9E3-217A-1E43-FA53DCA7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24434F0-FCF0-9A19-EC85-AD237C6C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5ED1BE0-CE2A-B060-FEE4-3C6EFB4C1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C9DF4A9-613D-ED69-C20F-B526931D8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BEC9A32-5987-7CF0-5002-33C8DA0DD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CDA7DB8-1D80-84B7-32E7-0219ED69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EB29A21-45F4-B857-4E5D-F14319E9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AB4E05B-7893-BC3A-B4C9-38B1D267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926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1883E-F250-14E8-4F4A-303DF7CA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1A46E77-07F0-9106-A82E-78340062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E216013-5457-C3B2-322F-4133F12D2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57B7B85-A322-3678-C5A4-08E47150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343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4B414075-BD87-C5D8-6207-5149A6AE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F85587F-766F-EBFA-5987-86913D8B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8E372E0-A12F-19B9-8B2F-CA8007B3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3781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C3487-0ECE-BCB0-687F-413C4E1ED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A75AA18-B09C-276B-3D53-7F188B10A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8C64D0A-58D9-09D5-F8E7-5B75C270E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3E9DD3D-09D6-AE63-F2A2-F6EECF02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4591ADF-332E-C0AF-0FDB-7F118BC0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660A6C8-72B0-CA3B-6AFE-1A2A83D1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8889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26D0C-D178-370E-F105-E9BEB9AC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5579C80-DE9D-C622-EAAF-713D1A87E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B586411-892B-B22B-86FF-0DB5823E3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AC353DA-83D6-B3A2-9E74-328757927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BC48651-3BD8-E139-566E-C055100CE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BF6EB23-7F66-C1D1-9614-FF8CB1BE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872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7B984-90CB-9E30-165A-74D1F96D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FDFCF55-B7C2-E0ED-4B68-41D89BB57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9DB2606-3C60-03B5-4704-D81A3FED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EDEEB26-BA89-0058-469E-9265A486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2DF9968-2AA8-C963-DC30-50376944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922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2534498-875F-3BFB-E787-EE9ED21CB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8DA851E-4509-32E7-399F-D816B2045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8EAC6AA-FB1D-3F41-CB47-B1CB581F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55FCC8D-6F66-3B1C-392C-238311EE5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852EFDD-0F54-6FB3-C775-D644C3A7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8065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01825E0-8F6E-76C1-0846-5BEBDAC7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A322EA1-2ED6-E9E9-A878-F0A6AF265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2385A6A-158F-3EE4-376A-D6E7B7700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BE519-2015-4B8A-92FB-E76DDEDFD331}" type="datetimeFigureOut">
              <a:rPr lang="uk-UA" smtClean="0"/>
              <a:t>29.07.2025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B4B2618-DB2C-7E44-D134-BCD16D353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2716E6D-D3CD-4AA0-C1A0-BE54FE17A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15AEA-628B-49D1-BC71-F0B8AFB846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447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59AF8F3-19E1-3ACB-1CAC-A125B39DF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8388"/>
            <a:ext cx="9144000" cy="1655762"/>
          </a:xfrm>
        </p:spPr>
        <p:txBody>
          <a:bodyPr/>
          <a:lstStyle/>
          <a:p>
            <a:r>
              <a:rPr lang="en-US" dirty="0"/>
              <a:t>Number of PC is 12</a:t>
            </a:r>
            <a:endParaRPr lang="uk-UA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0AEA08E-2C06-6F84-2156-24FB21C1CEF8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DA8B4D-B8E3-580A-15ED-89FA61240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533400"/>
            <a:ext cx="70580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1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57B8-19CD-CAFF-61A3-FADC0D80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PC=10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FE9D9BE-86FC-D34E-0974-D59EC557A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68FAF1-9A07-32CD-3EDF-F02083A19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2114550"/>
            <a:ext cx="70580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6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1A8BB-95E3-3B27-765F-680E1CE7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PC=15</a:t>
            </a:r>
            <a:endParaRPr lang="uk-UA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E29C205-74DE-F42D-5A39-51AD9E15812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A19AB9-8E92-E1A7-A430-4219FD9FA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1933575"/>
            <a:ext cx="70580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77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1055B-EB27-B997-1536-156CB365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1844BB-9FFF-CDC6-8F38-365346A72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2DD2F4-6335-08A7-408C-CD74CECF2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181100"/>
            <a:ext cx="5691187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280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Широкий екран</PresentationFormat>
  <Paragraphs>3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Презентація PowerPoint</vt:lpstr>
      <vt:lpstr>PC=10</vt:lpstr>
      <vt:lpstr>PC=15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Yuliia Veres</dc:creator>
  <cp:lastModifiedBy>Yuliia Veres</cp:lastModifiedBy>
  <cp:revision>1</cp:revision>
  <dcterms:created xsi:type="dcterms:W3CDTF">2025-07-29T14:14:42Z</dcterms:created>
  <dcterms:modified xsi:type="dcterms:W3CDTF">2025-07-29T14:14:42Z</dcterms:modified>
</cp:coreProperties>
</file>